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439" y="894735"/>
            <a:ext cx="7897761" cy="2705715"/>
          </a:xfrm>
        </p:spPr>
        <p:txBody>
          <a:bodyPr/>
          <a:lstStyle/>
          <a:p>
            <a:r>
              <a:rPr b="1" dirty="0"/>
              <a:t>OSINT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1986" y="3429000"/>
            <a:ext cx="6130413" cy="22098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Internship Presentation</a:t>
            </a:r>
            <a:endParaRPr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OSINT?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lang="en-IN" sz="2800" dirty="0"/>
              <a:t> </a:t>
            </a:r>
            <a:r>
              <a:rPr sz="2800" dirty="0"/>
              <a:t>Collect public data</a:t>
            </a:r>
          </a:p>
          <a:p>
            <a:pPr>
              <a:defRPr sz="2200"/>
            </a:pPr>
            <a:r>
              <a:rPr sz="2800" dirty="0"/>
              <a:t> Analyze online presence</a:t>
            </a:r>
          </a:p>
          <a:p>
            <a:pPr>
              <a:defRPr sz="2200"/>
            </a:pPr>
            <a:r>
              <a:rPr sz="2800" dirty="0"/>
              <a:t> Identify exposures</a:t>
            </a:r>
          </a:p>
          <a:p>
            <a:pPr>
              <a:defRPr sz="2200"/>
            </a:pPr>
            <a:r>
              <a:rPr sz="2800" dirty="0"/>
              <a:t> Correlate information</a:t>
            </a:r>
          </a:p>
          <a:p>
            <a:pPr>
              <a:defRPr sz="2200"/>
            </a:pPr>
            <a:r>
              <a:rPr sz="2800" dirty="0"/>
              <a:t> Respect privacy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/>
              <a:t> Google Search</a:t>
            </a:r>
          </a:p>
          <a:p>
            <a:pPr>
              <a:defRPr sz="2200"/>
            </a:pPr>
            <a:r>
              <a:rPr sz="2800" dirty="0"/>
              <a:t> Google Dorking</a:t>
            </a:r>
          </a:p>
          <a:p>
            <a:pPr>
              <a:defRPr sz="2200"/>
            </a:pPr>
            <a:r>
              <a:rPr sz="2800" dirty="0"/>
              <a:t> WHOIS</a:t>
            </a:r>
          </a:p>
          <a:p>
            <a:pPr>
              <a:defRPr sz="2200"/>
            </a:pPr>
            <a:r>
              <a:rPr sz="2800" dirty="0"/>
              <a:t> </a:t>
            </a:r>
            <a:r>
              <a:rPr lang="en-IN" sz="2800" dirty="0"/>
              <a:t>D</a:t>
            </a:r>
            <a:r>
              <a:rPr sz="2800" dirty="0" err="1"/>
              <a:t>nslookup</a:t>
            </a:r>
            <a:r>
              <a:rPr sz="2800" dirty="0"/>
              <a:t> / dig</a:t>
            </a:r>
          </a:p>
          <a:p>
            <a:pPr>
              <a:defRPr sz="2200"/>
            </a:pPr>
            <a:r>
              <a:rPr sz="2800" dirty="0"/>
              <a:t> </a:t>
            </a:r>
            <a:r>
              <a:rPr lang="en-IN" sz="2800" dirty="0"/>
              <a:t>T</a:t>
            </a:r>
            <a:r>
              <a:rPr sz="2800" dirty="0" err="1"/>
              <a:t>heHarvester</a:t>
            </a:r>
            <a:r>
              <a:rPr sz="2800" dirty="0"/>
              <a:t> / Shodan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Investigation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/>
              <a:t> Choose target</a:t>
            </a:r>
          </a:p>
          <a:p>
            <a:pPr>
              <a:defRPr sz="2200"/>
            </a:pPr>
            <a:r>
              <a:rPr sz="2800" dirty="0"/>
              <a:t> Search public sources</a:t>
            </a:r>
          </a:p>
          <a:p>
            <a:pPr>
              <a:defRPr sz="2200"/>
            </a:pPr>
            <a:r>
              <a:rPr sz="2800" dirty="0"/>
              <a:t> Gather DNS data</a:t>
            </a:r>
          </a:p>
          <a:p>
            <a:pPr>
              <a:defRPr sz="2200"/>
            </a:pPr>
            <a:r>
              <a:rPr sz="2800" dirty="0"/>
              <a:t> Analyze findings</a:t>
            </a:r>
          </a:p>
          <a:p>
            <a:pPr>
              <a:defRPr sz="2200"/>
            </a:pPr>
            <a:r>
              <a:rPr sz="2800" dirty="0"/>
              <a:t> Document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/>
              <a:t> Domain information</a:t>
            </a:r>
          </a:p>
          <a:p>
            <a:pPr>
              <a:defRPr sz="2200"/>
            </a:pPr>
            <a:r>
              <a:rPr sz="2800" dirty="0"/>
              <a:t> DNS records</a:t>
            </a:r>
          </a:p>
          <a:p>
            <a:pPr>
              <a:defRPr sz="2200"/>
            </a:pPr>
            <a:r>
              <a:rPr sz="2800" dirty="0"/>
              <a:t> Public documents</a:t>
            </a:r>
          </a:p>
          <a:p>
            <a:pPr>
              <a:defRPr sz="2200"/>
            </a:pPr>
            <a:r>
              <a:rPr sz="2800" dirty="0"/>
              <a:t> Metadata insights</a:t>
            </a:r>
          </a:p>
          <a:p>
            <a:pPr>
              <a:defRPr sz="2200"/>
            </a:pPr>
            <a:r>
              <a:rPr sz="2800" dirty="0"/>
              <a:t> Security observations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/>
              <a:t> OSINT improves awareness</a:t>
            </a:r>
          </a:p>
          <a:p>
            <a:pPr>
              <a:defRPr sz="2200"/>
            </a:pPr>
            <a:r>
              <a:rPr sz="2800" dirty="0"/>
              <a:t> No unauthorized access</a:t>
            </a:r>
          </a:p>
          <a:p>
            <a:pPr>
              <a:defRPr sz="2200"/>
            </a:pPr>
            <a:r>
              <a:rPr sz="2800" dirty="0"/>
              <a:t> Follow ethics</a:t>
            </a:r>
          </a:p>
          <a:p>
            <a:pPr>
              <a:defRPr sz="2200"/>
            </a:pPr>
            <a:r>
              <a:rPr sz="2800" dirty="0"/>
              <a:t> Reduce public exposure</a:t>
            </a:r>
          </a:p>
          <a:p>
            <a:pPr>
              <a:defRPr sz="2200"/>
            </a:pPr>
            <a:r>
              <a:rPr sz="2800"/>
              <a:t> </a:t>
            </a:r>
            <a:r>
              <a:rPr sz="2800" dirty="0"/>
              <a:t>Continuous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OSINT Investigation</vt:lpstr>
      <vt:lpstr>What is OSINT?</vt:lpstr>
      <vt:lpstr>Tools Used</vt:lpstr>
      <vt:lpstr>Investigation Process</vt:lpstr>
      <vt:lpstr>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Akshara Somanaboina</dc:creator>
  <cp:keywords/>
  <dc:description>generated using python-pptx</dc:description>
  <cp:lastModifiedBy>Akshara Somanaboina</cp:lastModifiedBy>
  <cp:revision>2</cp:revision>
  <dcterms:created xsi:type="dcterms:W3CDTF">2013-01-27T09:14:16Z</dcterms:created>
  <dcterms:modified xsi:type="dcterms:W3CDTF">2026-06-26T07:42:18Z</dcterms:modified>
  <cp:category/>
</cp:coreProperties>
</file>